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552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B9CF6"/>
          </a:solidFill>
          <a:ln w="12700">
            <a:solidFill>
              <a:srgbClr val="5B9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56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8741664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28346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417320"/>
            <a:ext cx="2834640" cy="11887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bat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Kali naming conflict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-s $(which batcat)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~/.local/bin/bat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--version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" y="2679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file: ~/.config/bat/config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115568"/>
            <a:ext cx="28346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FILE OPTIONS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8346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43560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~/.config/bat/config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--theme=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"Dracula"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--paging=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--style=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numbers,changes,grid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--wrap=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--italic-text=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2633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flag can go here — one per 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91072" y="1115568"/>
            <a:ext cx="28346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1115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&amp; DIAGNOSTICS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91072" y="1417320"/>
            <a:ext cx="28346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82512" y="143560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config + cache paths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--diagnostic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Rebuild after adding themes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cache --build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Clear cache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cache --clear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91072" y="2633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syntaxes: ~/.config/bat/syntaxes/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" y="2907792"/>
            <a:ext cx="8741664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" y="2999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 PICKER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3246120"/>
            <a:ext cx="8741664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" y="32735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--list-themes | fzf --preview=</a:t>
            </a:r>
            <a:r>
              <a:rPr lang="en-US" sz="100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 --theme={} --color=always /etc/passwd"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2608" y="3584448"/>
            <a:ext cx="643738" cy="201168"/>
          </a:xfrm>
          <a:prstGeom prst="rect">
            <a:avLst/>
          </a:prstGeom>
          <a:solidFill>
            <a:srgbClr val="1A2A4A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2608" y="3584448"/>
            <a:ext cx="6437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Dracula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27786" y="3584448"/>
            <a:ext cx="643738" cy="201168"/>
          </a:xfrm>
          <a:prstGeom prst="rect">
            <a:avLst/>
          </a:prstGeom>
          <a:solidFill>
            <a:srgbClr val="1A2A4A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27786" y="3584448"/>
            <a:ext cx="6437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TwoDark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762963" y="3584448"/>
            <a:ext cx="446227" cy="201168"/>
          </a:xfrm>
          <a:prstGeom prst="rect">
            <a:avLst/>
          </a:prstGeom>
          <a:solidFill>
            <a:srgbClr val="1A2A4A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762963" y="3584448"/>
            <a:ext cx="4462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00630" y="3584448"/>
            <a:ext cx="1236269" cy="201168"/>
          </a:xfrm>
          <a:prstGeom prst="rect">
            <a:avLst/>
          </a:prstGeom>
          <a:solidFill>
            <a:srgbClr val="1A2A4A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00630" y="3584448"/>
            <a:ext cx="1236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Monokai Extended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28339" y="3584448"/>
            <a:ext cx="972922" cy="201168"/>
          </a:xfrm>
          <a:prstGeom prst="rect">
            <a:avLst/>
          </a:prstGeom>
          <a:solidFill>
            <a:srgbClr val="1A2A4A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28339" y="3584448"/>
            <a:ext cx="972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Coldark-Dark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92701" y="3584448"/>
            <a:ext cx="841248" cy="201168"/>
          </a:xfrm>
          <a:prstGeom prst="rect">
            <a:avLst/>
          </a:prstGeom>
          <a:solidFill>
            <a:srgbClr val="1A2A4A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92701" y="358444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base16-256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92608" y="40050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permanently: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'--theme="Dracula"' &gt;&gt; ~/.config/bat/config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01168" y="4892040"/>
            <a:ext cx="87416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/ batcat  ·  Kali Linux  ·  github.com/sharkdp/bat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256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" y="658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Reference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1168" y="1024128"/>
            <a:ext cx="8741664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115568"/>
            <a:ext cx="4270248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11556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 USAGE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417320"/>
            <a:ext cx="4270248" cy="138988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435608"/>
            <a:ext cx="40873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/etc/passwd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file1.py file2.py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--paging=never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20:40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/etc/ssh/sshd_config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--highlight-line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10:20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--diff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original.conf new.conf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72584" y="1115568"/>
            <a:ext cx="4270248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64024" y="111556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FLAGS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72584" y="1417320"/>
            <a:ext cx="4270248" cy="138988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144475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 / --show-all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18504" y="144475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non-printable chars, null bytes, CRLF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64024" y="1580083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/ --plain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18504" y="1580083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decorations — for piping to other commands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64024" y="171541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 / --number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18504" y="1715414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numbers only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64024" y="185074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 / --line-range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18504" y="1850746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specific line range  e.g. 10:30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64024" y="1986077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--highlight-line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18504" y="1986077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 line or range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64024" y="212140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--diff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18504" y="2121408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changed lines vs another file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64024" y="2256739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/ --language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18504" y="2256739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syntax  e.g. -l json  -l xml  -l log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64024" y="239207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--theme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18504" y="2392070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color theme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64024" y="252740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--style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18504" y="2527402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/ plain / numbers,changes,grid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64024" y="2662733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--paging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18504" y="2662733"/>
            <a:ext cx="2487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/ never / auto (default)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" y="2880360"/>
            <a:ext cx="8741664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01168" y="2971800"/>
            <a:ext cx="4270248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2608" y="2971800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PENTEST USAGE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" y="3273552"/>
            <a:ext cx="4270248" cy="138988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" y="3291840"/>
            <a:ext cx="40873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exploit.sh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--style=full --highlight-line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/etc/shadow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/etc/ssh/sshd_config /etc/sudoers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-f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/var/log/auth.log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--paging=never 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https://api.target.com/v1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-name "*.conf"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xargs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--paging=never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-name "id_rsa"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xargs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--paging=never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1168" y="4700016"/>
            <a:ext cx="4270248" cy="164592"/>
          </a:xfrm>
          <a:prstGeom prst="rect">
            <a:avLst/>
          </a:prstGeom>
          <a:solidFill>
            <a:srgbClr val="2A0A0A"/>
          </a:solidFill>
          <a:ln w="12700">
            <a:solidFill>
              <a:srgbClr val="5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700016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bat -A  </a:t>
            </a:r>
            <a:r>
              <a:rPr lang="en-US" sz="850" dirty="0">
                <a:solidFill>
                  <a:srgbClr val="FF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executing ANY script from the internet or a target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72584" y="2971800"/>
            <a:ext cx="4270248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64024" y="2971800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PIPING &amp; LANGUAGE FORCING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72584" y="3273552"/>
            <a:ext cx="4270248" cy="138988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64024" y="3291840"/>
            <a:ext cx="40873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response.json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-oX - 192.168.1.1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 /etc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</a:t>
            </a:r>
            <a:r>
              <a:rPr lang="en-US" sz="9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--paging=never 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B9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</a:t>
            </a: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</a:t>
            </a:r>
            <a:r>
              <a:rPr lang="en-US" sz="950" dirty="0">
                <a:solidFill>
                  <a:srgbClr val="FF9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 </a:t>
            </a:r>
            <a:r>
              <a:rPr lang="en-US" sz="9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/etc/php/php.ini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9F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--list-languages</a:t>
            </a: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150+ supported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72584" y="4700016"/>
            <a:ext cx="4270248" cy="164592"/>
          </a:xfrm>
          <a:prstGeom prst="rect">
            <a:avLst/>
          </a:prstGeom>
          <a:solidFill>
            <a:srgbClr val="0A1A0A"/>
          </a:solidFill>
          <a:ln w="12700">
            <a:solidFill>
              <a:srgbClr val="1A4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45736" y="4700016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F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850" dirty="0">
                <a:solidFill>
                  <a:srgbClr val="7F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 flag forces syntax when file has no extension or a misleading one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01168" y="4892040"/>
            <a:ext cx="87416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/ batcat  ·  Kali Linux  ·  github.com/sharkdp/bat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578</Words>
  <Application>Microsoft Macintosh PowerPoint</Application>
  <PresentationFormat>On-screen Show (16:9)</PresentationFormat>
  <Paragraphs>93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 — Command Reference</dc:title>
  <dc:subject>PptxGenJS Presentation</dc:subject>
  <dc:creator>PptxGenJS</dc:creator>
  <cp:lastModifiedBy>Joel Quevedo</cp:lastModifiedBy>
  <cp:revision>1</cp:revision>
  <dcterms:created xsi:type="dcterms:W3CDTF">2026-03-18T12:48:51Z</dcterms:created>
  <dcterms:modified xsi:type="dcterms:W3CDTF">2026-03-18T13:07:39Z</dcterms:modified>
</cp:coreProperties>
</file>