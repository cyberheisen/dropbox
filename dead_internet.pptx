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2862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86868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08776" y="86868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73952" y="86868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739128" y="86868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04304" y="8686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269480" y="86868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34656" y="86868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99832" y="86868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065008" y="86868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330184" y="86868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113385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08776" y="113385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13385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39128" y="113385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04304" y="113385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269480" y="113385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534656" y="113385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99832" y="113385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65008" y="1133856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30184" y="113385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0" y="1399032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08776" y="1399032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73952" y="1399032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739128" y="1399032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004304" y="1399032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269480" y="1399032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534656" y="1399032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799832" y="1399032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65008" y="1399032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330184" y="1399032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943600" y="1664208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208776" y="1664208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73952" y="1664208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739128" y="1664208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004304" y="1664208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269480" y="1664208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34656" y="1664208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799832" y="1664208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065008" y="1664208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330184" y="1664208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943600" y="1929384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208776" y="1929384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473952" y="1929384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739128" y="1929384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004304" y="1929384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269480" y="1929384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534656" y="1929384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799832" y="1929384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065008" y="1929384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330184" y="1929384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943600" y="219456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208776" y="219456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473952" y="219456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739128" y="219456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004304" y="219456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269480" y="219456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34656" y="219456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99832" y="219456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065008" y="2194560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330184" y="2194560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943600" y="245973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6208776" y="245973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473952" y="245973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739128" y="245973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004304" y="245973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7269480" y="245973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534656" y="245973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799832" y="2459736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065008" y="2459736"/>
            <a:ext cx="182880" cy="182880"/>
          </a:xfrm>
          <a:prstGeom prst="ellipse">
            <a:avLst/>
          </a:prstGeom>
          <a:solidFill>
            <a:srgbClr val="0EA5E9">
              <a:alpha val="90000"/>
            </a:srgb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330184" y="2459736"/>
            <a:ext cx="182880" cy="1828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5943600" y="2825496"/>
            <a:ext cx="128016" cy="12801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6126480" y="27980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589520" y="2825496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777240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57200" y="59436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INTERNET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MOSTLY FAKE</a:t>
            </a:r>
            <a:endParaRPr lang="en-US" sz="4000" dirty="0"/>
          </a:p>
        </p:txBody>
      </p:sp>
      <p:sp>
        <p:nvSpPr>
          <p:cNvPr id="78" name="Text 76"/>
          <p:cNvSpPr/>
          <p:nvPr/>
        </p:nvSpPr>
        <p:spPr>
          <a:xfrm>
            <a:off x="457200" y="31089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that's a security problem</a:t>
            </a:r>
            <a:endParaRPr lang="en-US" sz="2000" dirty="0"/>
          </a:p>
        </p:txBody>
      </p:sp>
      <p:sp>
        <p:nvSpPr>
          <p:cNvPr id="79" name="Text 77"/>
          <p:cNvSpPr/>
          <p:nvPr/>
        </p:nvSpPr>
        <p:spPr>
          <a:xfrm>
            <a:off x="45720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fringe theory  →  2024 measured reality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Numbers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43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49.6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3383280" y="8229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43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2651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internet traffic in 2023 was automated.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1272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overtook humans for the first time.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Imperva Bad Bot Report, 2024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27432" cy="35204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83480" y="91440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83480" y="914400"/>
            <a:ext cx="73152" cy="1554480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66360" y="1005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8BD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~30%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166360" y="153619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web crawling is now AI scrapers, silently harvesting content to train the next generation of models.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21945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Cloudflare, 2023–2024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83480" y="278892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983480" y="2788920"/>
            <a:ext cx="73152" cy="1554480"/>
          </a:xfrm>
          <a:prstGeom prst="rect">
            <a:avLst/>
          </a:prstGeom>
          <a:solidFill>
            <a:srgbClr val="818CF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6636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818C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2021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166360" y="341071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"Dead Internet Theory" first posted on Agora Road forum — dismissed as conspiracy. Now backed by data.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66360" y="4069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Agora Road → The Atlantic, 2021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Feedback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trains on web data → web fills with AI output → next model trains on that output → quality degrades. Researchers call it model collapse.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87452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 Data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content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people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31720" y="2304288"/>
            <a:ext cx="18288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514600" y="1554480"/>
            <a:ext cx="1874520" cy="15544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14600" y="16002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 1 AI Output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06040" y="224028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real data.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high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304288"/>
            <a:ext cx="18288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1554480"/>
            <a:ext cx="1874520" cy="15544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0" y="16002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 2 AI Output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63440" y="224028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Gen 1.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degrading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04288"/>
            <a:ext cx="18288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629400" y="1554480"/>
            <a:ext cx="1874520" cy="155448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29400" y="16002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Collapse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224028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lost.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degradation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8229600" cy="1417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54864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3383280"/>
            <a:ext cx="7863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models are trained on recursively generated data, they become progressively worse — eventually producing incoherent output."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Shumailov et al. — 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models collapse when trained on recursively generated data"</a:t>
            </a:r>
            <a:r>
              <a:rPr lang="en-US" sz="1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Nature, July 2024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Should We Care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743200" cy="3429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74320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BD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OSINT Is Poisoned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8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target profile is built on web data. If half of it is synthetic — fake LinkedIn employees, AI-generated reviews, bot forum posts — your attack surface map is fiction. </a:t>
            </a:r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Imperva / Cloudflare,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005840"/>
            <a:ext cx="2743200" cy="3429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74320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0" y="1188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BD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Phishing Goes Undetected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8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trained on old AI patterns are obsolete. AI-generated phishing now reads better than real corporate email. The baseline for "normal" has been reset.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4023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analysis, 2023–2024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1005840"/>
            <a:ext cx="2743200" cy="3429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1005840"/>
            <a:ext cx="274320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188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BD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Bug Bounty Noise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8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HackerOne banned AI-generated reports in 2023 — they were burying legitimate findings. Signal-to-noise in your program is broken, and it's getting worse.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4023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HackerOne policy update, 2023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581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0" y="1371600"/>
            <a:ext cx="4572000" cy="3657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built the world's largest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intelligence-gathering tool.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filled it with noise.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we use AI to sort the noise —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train it on the same noise.”</a:t>
            </a:r>
          </a:p>
        </p:txBody>
      </p:sp>
      <p:sp>
        <p:nvSpPr>
          <p:cNvPr id="5" name="Shape 3"/>
          <p:cNvSpPr/>
          <p:nvPr/>
        </p:nvSpPr>
        <p:spPr>
          <a:xfrm>
            <a:off x="2286000" y="4206240"/>
            <a:ext cx="4572000" cy="3657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371</Words>
  <Application>Microsoft Macintosh PowerPoint</Application>
  <PresentationFormat>On-screen Show (16:9)</PresentationFormat>
  <Paragraphs>55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Internet Is Mostly Fake</dc:title>
  <dc:subject>PptxGenJS Presentation</dc:subject>
  <dc:creator>PptxGenJS</dc:creator>
  <cp:lastModifiedBy>Joel Quevedo</cp:lastModifiedBy>
  <cp:revision>2</cp:revision>
  <dcterms:created xsi:type="dcterms:W3CDTF">2026-03-04T18:59:17Z</dcterms:created>
  <dcterms:modified xsi:type="dcterms:W3CDTF">2026-03-04T19:20:06Z</dcterms:modified>
</cp:coreProperties>
</file>