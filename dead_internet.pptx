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868680"/>
            <a:ext cx="182880" cy="182880"/>
          </a:xfrm>
          <a:prstGeom prst="ellipse">
            <a:avLst/>
          </a:prstGeom>
          <a:solidFill>
            <a:srgbClr val="0EA5E9">
              <a:alpha val="90000"/>
            </a:srgbClr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08776" y="868680"/>
            <a:ext cx="182880" cy="18288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73952" y="868680"/>
            <a:ext cx="182880" cy="182880"/>
          </a:xfrm>
          <a:prstGeom prst="ellipse">
            <a:avLst/>
          </a:prstGeom>
          <a:solidFill>
            <a:srgbClr val="0EA5E9">
              <a:alpha val="90000"/>
            </a:srgbClr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39128" y="868680"/>
            <a:ext cx="182880" cy="18288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04304" y="868680"/>
            <a:ext cx="228600" cy="228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69480" y="868680"/>
            <a:ext cx="182880" cy="182880"/>
          </a:xfrm>
          <a:prstGeom prst="ellipse">
            <a:avLst/>
          </a:prstGeom>
          <a:solidFill>
            <a:srgbClr val="0EA5E9">
              <a:alpha val="90000"/>
            </a:srgbClr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34656" y="868680"/>
            <a:ext cx="182880" cy="18288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99832" y="868680"/>
            <a:ext cx="182880" cy="182880"/>
          </a:xfrm>
          <a:prstGeom prst="ellipse">
            <a:avLst/>
          </a:prstGeom>
          <a:solidFill>
            <a:srgbClr val="0EA5E9">
              <a:alpha val="90000"/>
            </a:srgbClr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65008" y="868680"/>
            <a:ext cx="182880" cy="18288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30184" y="868680"/>
            <a:ext cx="182880" cy="182880"/>
          </a:xfrm>
          <a:prstGeom prst="ellipse">
            <a:avLst/>
          </a:prstGeom>
          <a:solidFill>
            <a:srgbClr val="0EA5E9">
              <a:alpha val="90000"/>
            </a:srgbClr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0" y="1133856"/>
            <a:ext cx="182880" cy="182880"/>
          </a:xfrm>
          <a:prstGeom prst="ellipse">
            <a:avLst/>
          </a:prstGeom>
          <a:solidFill>
            <a:srgbClr val="0EA5E9">
              <a:alpha val="90000"/>
            </a:srgbClr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08776" y="1133856"/>
            <a:ext cx="182880" cy="18288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73952" y="1133856"/>
            <a:ext cx="182880" cy="18288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39128" y="1133856"/>
            <a:ext cx="182880" cy="182880"/>
          </a:xfrm>
          <a:prstGeom prst="ellipse">
            <a:avLst/>
          </a:prstGeom>
          <a:solidFill>
            <a:srgbClr val="0EA5E9">
              <a:alpha val="90000"/>
            </a:srgbClr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04304" y="1133856"/>
            <a:ext cx="182880" cy="18288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69480" y="1133856"/>
            <a:ext cx="182880" cy="182880"/>
          </a:xfrm>
          <a:prstGeom prst="ellipse">
            <a:avLst/>
          </a:prstGeom>
          <a:solidFill>
            <a:srgbClr val="0EA5E9">
              <a:alpha val="90000"/>
            </a:srgbClr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34656" y="1133856"/>
            <a:ext cx="182880" cy="182880"/>
          </a:xfrm>
          <a:prstGeom prst="ellipse">
            <a:avLst/>
          </a:prstGeom>
          <a:solidFill>
            <a:srgbClr val="0EA5E9">
              <a:alpha val="90000"/>
            </a:srgbClr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99832" y="1133856"/>
            <a:ext cx="182880" cy="18288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65008" y="1133856"/>
            <a:ext cx="228600" cy="228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30184" y="1133856"/>
            <a:ext cx="182880" cy="182880"/>
          </a:xfrm>
          <a:prstGeom prst="ellipse">
            <a:avLst/>
          </a:prstGeom>
          <a:solidFill>
            <a:srgbClr val="0EA5E9">
              <a:alpha val="90000"/>
            </a:srgbClr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0" y="1399032"/>
            <a:ext cx="182880" cy="182880"/>
          </a:xfrm>
          <a:prstGeom prst="ellipse">
            <a:avLst/>
          </a:prstGeom>
          <a:solidFill>
            <a:srgbClr val="0EA5E9">
              <a:alpha val="90000"/>
            </a:srgbClr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08776" y="1399032"/>
            <a:ext cx="182880" cy="18288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73952" y="1399032"/>
            <a:ext cx="182880" cy="18288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39128" y="1399032"/>
            <a:ext cx="182880" cy="182880"/>
          </a:xfrm>
          <a:prstGeom prst="ellipse">
            <a:avLst/>
          </a:prstGeom>
          <a:solidFill>
            <a:srgbClr val="0EA5E9">
              <a:alpha val="90000"/>
            </a:srgbClr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04304" y="1399032"/>
            <a:ext cx="182880" cy="18288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69480" y="1399032"/>
            <a:ext cx="182880" cy="182880"/>
          </a:xfrm>
          <a:prstGeom prst="ellipse">
            <a:avLst/>
          </a:prstGeom>
          <a:solidFill>
            <a:srgbClr val="0EA5E9">
              <a:alpha val="90000"/>
            </a:srgbClr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34656" y="1399032"/>
            <a:ext cx="182880" cy="18288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9832" y="1399032"/>
            <a:ext cx="182880" cy="182880"/>
          </a:xfrm>
          <a:prstGeom prst="ellipse">
            <a:avLst/>
          </a:prstGeom>
          <a:solidFill>
            <a:srgbClr val="0EA5E9">
              <a:alpha val="90000"/>
            </a:srgbClr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65008" y="1399032"/>
            <a:ext cx="182880" cy="18288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30184" y="1399032"/>
            <a:ext cx="182880" cy="182880"/>
          </a:xfrm>
          <a:prstGeom prst="ellipse">
            <a:avLst/>
          </a:prstGeom>
          <a:solidFill>
            <a:srgbClr val="0EA5E9">
              <a:alpha val="90000"/>
            </a:srgbClr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1664208"/>
            <a:ext cx="182880" cy="182880"/>
          </a:xfrm>
          <a:prstGeom prst="ellipse">
            <a:avLst/>
          </a:prstGeom>
          <a:solidFill>
            <a:srgbClr val="0EA5E9">
              <a:alpha val="90000"/>
            </a:srgbClr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08776" y="1664208"/>
            <a:ext cx="228600" cy="228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73952" y="1664208"/>
            <a:ext cx="182880" cy="18288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39128" y="1664208"/>
            <a:ext cx="182880" cy="182880"/>
          </a:xfrm>
          <a:prstGeom prst="ellipse">
            <a:avLst/>
          </a:prstGeom>
          <a:solidFill>
            <a:srgbClr val="0EA5E9">
              <a:alpha val="90000"/>
            </a:srgbClr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004304" y="1664208"/>
            <a:ext cx="182880" cy="18288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269480" y="1664208"/>
            <a:ext cx="182880" cy="182880"/>
          </a:xfrm>
          <a:prstGeom prst="ellipse">
            <a:avLst/>
          </a:prstGeom>
          <a:solidFill>
            <a:srgbClr val="0EA5E9">
              <a:alpha val="90000"/>
            </a:srgbClr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534656" y="1664208"/>
            <a:ext cx="182880" cy="18288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99832" y="1664208"/>
            <a:ext cx="182880" cy="182880"/>
          </a:xfrm>
          <a:prstGeom prst="ellipse">
            <a:avLst/>
          </a:prstGeom>
          <a:solidFill>
            <a:srgbClr val="0EA5E9">
              <a:alpha val="90000"/>
            </a:srgbClr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065008" y="1664208"/>
            <a:ext cx="182880" cy="18288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330184" y="1664208"/>
            <a:ext cx="182880" cy="182880"/>
          </a:xfrm>
          <a:prstGeom prst="ellipse">
            <a:avLst/>
          </a:prstGeom>
          <a:solidFill>
            <a:srgbClr val="0EA5E9">
              <a:alpha val="90000"/>
            </a:srgbClr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943600" y="1929384"/>
            <a:ext cx="182880" cy="18288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208776" y="1929384"/>
            <a:ext cx="182880" cy="182880"/>
          </a:xfrm>
          <a:prstGeom prst="ellipse">
            <a:avLst/>
          </a:prstGeom>
          <a:solidFill>
            <a:srgbClr val="0EA5E9">
              <a:alpha val="90000"/>
            </a:srgbClr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73952" y="1929384"/>
            <a:ext cx="182880" cy="18288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739128" y="1929384"/>
            <a:ext cx="182880" cy="182880"/>
          </a:xfrm>
          <a:prstGeom prst="ellipse">
            <a:avLst/>
          </a:prstGeom>
          <a:solidFill>
            <a:srgbClr val="0EA5E9">
              <a:alpha val="90000"/>
            </a:srgbClr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004304" y="1929384"/>
            <a:ext cx="228600" cy="228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269480" y="1929384"/>
            <a:ext cx="182880" cy="18288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534656" y="1929384"/>
            <a:ext cx="182880" cy="182880"/>
          </a:xfrm>
          <a:prstGeom prst="ellipse">
            <a:avLst/>
          </a:prstGeom>
          <a:solidFill>
            <a:srgbClr val="0EA5E9">
              <a:alpha val="90000"/>
            </a:srgbClr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799832" y="1929384"/>
            <a:ext cx="182880" cy="18288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065008" y="1929384"/>
            <a:ext cx="182880" cy="182880"/>
          </a:xfrm>
          <a:prstGeom prst="ellipse">
            <a:avLst/>
          </a:prstGeom>
          <a:solidFill>
            <a:srgbClr val="0EA5E9">
              <a:alpha val="90000"/>
            </a:srgbClr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330184" y="1929384"/>
            <a:ext cx="182880" cy="18288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943600" y="2194560"/>
            <a:ext cx="182880" cy="182880"/>
          </a:xfrm>
          <a:prstGeom prst="ellipse">
            <a:avLst/>
          </a:prstGeom>
          <a:solidFill>
            <a:srgbClr val="0EA5E9">
              <a:alpha val="90000"/>
            </a:srgbClr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208776" y="2194560"/>
            <a:ext cx="182880" cy="18288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473952" y="2194560"/>
            <a:ext cx="182880" cy="182880"/>
          </a:xfrm>
          <a:prstGeom prst="ellipse">
            <a:avLst/>
          </a:prstGeom>
          <a:solidFill>
            <a:srgbClr val="0EA5E9">
              <a:alpha val="90000"/>
            </a:srgbClr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739128" y="2194560"/>
            <a:ext cx="228600" cy="228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004304" y="2194560"/>
            <a:ext cx="182880" cy="18288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269480" y="2194560"/>
            <a:ext cx="182880" cy="182880"/>
          </a:xfrm>
          <a:prstGeom prst="ellipse">
            <a:avLst/>
          </a:prstGeom>
          <a:solidFill>
            <a:srgbClr val="0EA5E9">
              <a:alpha val="90000"/>
            </a:srgbClr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534656" y="2194560"/>
            <a:ext cx="182880" cy="18288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799832" y="2194560"/>
            <a:ext cx="182880" cy="182880"/>
          </a:xfrm>
          <a:prstGeom prst="ellipse">
            <a:avLst/>
          </a:prstGeom>
          <a:solidFill>
            <a:srgbClr val="0EA5E9">
              <a:alpha val="90000"/>
            </a:srgbClr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065008" y="2194560"/>
            <a:ext cx="182880" cy="18288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330184" y="2194560"/>
            <a:ext cx="182880" cy="182880"/>
          </a:xfrm>
          <a:prstGeom prst="ellipse">
            <a:avLst/>
          </a:prstGeom>
          <a:solidFill>
            <a:srgbClr val="0EA5E9">
              <a:alpha val="90000"/>
            </a:srgbClr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943600" y="2459736"/>
            <a:ext cx="182880" cy="18288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208776" y="2459736"/>
            <a:ext cx="182880" cy="182880"/>
          </a:xfrm>
          <a:prstGeom prst="ellipse">
            <a:avLst/>
          </a:prstGeom>
          <a:solidFill>
            <a:srgbClr val="0EA5E9">
              <a:alpha val="90000"/>
            </a:srgbClr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473952" y="2459736"/>
            <a:ext cx="182880" cy="18288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739128" y="2459736"/>
            <a:ext cx="182880" cy="182880"/>
          </a:xfrm>
          <a:prstGeom prst="ellipse">
            <a:avLst/>
          </a:prstGeom>
          <a:solidFill>
            <a:srgbClr val="0EA5E9">
              <a:alpha val="90000"/>
            </a:srgbClr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004304" y="2459736"/>
            <a:ext cx="182880" cy="18288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269480" y="2459736"/>
            <a:ext cx="182880" cy="182880"/>
          </a:xfrm>
          <a:prstGeom prst="ellipse">
            <a:avLst/>
          </a:prstGeom>
          <a:solidFill>
            <a:srgbClr val="0EA5E9">
              <a:alpha val="90000"/>
            </a:srgbClr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534656" y="2459736"/>
            <a:ext cx="182880" cy="18288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799832" y="2459736"/>
            <a:ext cx="228600" cy="228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065008" y="2459736"/>
            <a:ext cx="182880" cy="182880"/>
          </a:xfrm>
          <a:prstGeom prst="ellipse">
            <a:avLst/>
          </a:prstGeom>
          <a:solidFill>
            <a:srgbClr val="0EA5E9">
              <a:alpha val="90000"/>
            </a:srgbClr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330184" y="2459736"/>
            <a:ext cx="182880" cy="18288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943600" y="2825496"/>
            <a:ext cx="128016" cy="12801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126480" y="279806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7589520" y="2825496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772400" y="27980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57200" y="594360"/>
            <a:ext cx="5212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INTERNET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IS MOSTLY FAKE</a:t>
            </a:r>
            <a:endParaRPr lang="en-US" sz="4000" dirty="0"/>
          </a:p>
        </p:txBody>
      </p:sp>
      <p:sp>
        <p:nvSpPr>
          <p:cNvPr id="78" name="Text 76"/>
          <p:cNvSpPr/>
          <p:nvPr/>
        </p:nvSpPr>
        <p:spPr>
          <a:xfrm>
            <a:off x="457200" y="310896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that's a security problem</a:t>
            </a:r>
            <a:endParaRPr lang="en-US" sz="2000" dirty="0"/>
          </a:p>
        </p:txBody>
      </p:sp>
      <p:sp>
        <p:nvSpPr>
          <p:cNvPr id="79" name="Text 77"/>
          <p:cNvSpPr/>
          <p:nvPr/>
        </p:nvSpPr>
        <p:spPr>
          <a:xfrm>
            <a:off x="457200" y="37033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fringe theory  →  2024 measured reality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Numbers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F43F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49.6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3383280" y="82296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43F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%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65760" y="26517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internet traffic in 2023 was automated.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312724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Bots overtook humans for the first time.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3611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Imperva Bad Bot Report, 2024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822960"/>
            <a:ext cx="27432" cy="35204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83480" y="914400"/>
            <a:ext cx="3749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83480" y="914400"/>
            <a:ext cx="73152" cy="1554480"/>
          </a:xfrm>
          <a:prstGeom prst="rect">
            <a:avLst/>
          </a:prstGeom>
          <a:solidFill>
            <a:srgbClr val="38BD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66360" y="10058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~30%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166360" y="153619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web crawling is now AI scrapers, silently harvesting content to train the next generation of models.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66360" y="21945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Cloudflare, 2023–2024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83480" y="2788920"/>
            <a:ext cx="3749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83480" y="2788920"/>
            <a:ext cx="73152" cy="1554480"/>
          </a:xfrm>
          <a:prstGeom prst="rect">
            <a:avLst/>
          </a:prstGeom>
          <a:solidFill>
            <a:srgbClr val="818C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66360" y="28803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18C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2021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166360" y="341071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"Dead Internet Theory" first posted on Agora Road forum — dismissed as conspiracy. Now backed by data.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66360" y="40690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Agora Road → The Atlantic, 2021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Feedback Loop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trains on web data → web fills with AI output → next model trains on that output → quality degrades. Researchers call it model collapse.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874520" cy="1554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60020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Human Data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content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by people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31720" y="2304288"/>
            <a:ext cx="182880" cy="5486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14600" y="1554480"/>
            <a:ext cx="1874520" cy="15544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14600" y="160020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 1 AI Output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606040" y="224028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real data.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Quality: high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0" y="2304288"/>
            <a:ext cx="182880" cy="5486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1554480"/>
            <a:ext cx="1874520" cy="155448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0" y="160020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 2 AI Output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63440" y="224028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Gen 1.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Quality: degrading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46520" y="2304288"/>
            <a:ext cx="182880" cy="5486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29400" y="1554480"/>
            <a:ext cx="1874520" cy="15544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29400" y="160020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Collapse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720840" y="224028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Coherence lost.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Irreversible degradation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337560"/>
            <a:ext cx="8229600" cy="1417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337560"/>
            <a:ext cx="54864" cy="1417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383280"/>
            <a:ext cx="7863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"When models are trained on recursively generated data, they become progressively worse — eventually producing incoherent output."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Shumailov et al. — </a:t>
            </a:r>
            <a:pPr algn="l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 models collapse when trained on recursively generated data"</a:t>
            </a:r>
            <a:pPr algn="l"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Nature, July 2024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Pentesters Should Care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743200" cy="3429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2743200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88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OSINT Is Poisoned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8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target profile is built on web data. If half of it is synthetic — fake LinkedIn employees, AI-generated reviews, bot forum posts — your attack surface map is fiction.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4023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Imperva / Cloudflare, 2024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91840" y="1005840"/>
            <a:ext cx="2743200" cy="3429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005840"/>
            <a:ext cx="2743200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188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Phishing Goes Undetected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182880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8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filters trained on old AI patterns are obsolete. AI-generated phishing now reads better than real corporate email. The baseline for "normal" has been reset.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0" y="4023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analysis, 2023–2024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17920" y="1005840"/>
            <a:ext cx="2743200" cy="3429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005840"/>
            <a:ext cx="2743200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188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Bug Bounty Noise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0" y="182880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8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HackerOne banned AI-generated reports in 2023 — they were burying legitimate findings. Signal-to-noise in your program is broken, and it's getting worse.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4023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HackerOne policy update, 2023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Good Looks Like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06424"/>
            <a:ext cx="384048" cy="38404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06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78992" y="1033272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Inventory as a Control Plane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60520" y="1051560"/>
            <a:ext cx="27432" cy="4754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15968" y="1033272"/>
            <a:ext cx="4297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what AI is running, where, and what data it touches — before you can govern it.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728216"/>
            <a:ext cx="8412480" cy="658368"/>
          </a:xfrm>
          <a:prstGeom prst="rect">
            <a:avLst/>
          </a:prstGeom>
          <a:solidFill>
            <a:srgbClr val="E8F4FD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874520"/>
            <a:ext cx="384048" cy="38404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78992" y="1801368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Responsible AI Governance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60520" y="1819656"/>
            <a:ext cx="27432" cy="4754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15968" y="1801368"/>
            <a:ext cx="4297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Policies, accountability chains, and audit trails for every AI decision that matters.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496312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642616"/>
            <a:ext cx="384048" cy="38404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642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78992" y="2569464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Human-in-the-Loop by Design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160520" y="2587752"/>
            <a:ext cx="27432" cy="4754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15968" y="2569464"/>
            <a:ext cx="4297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as a fallback. Baked into the architecture — especially for high-stakes outputs.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264408"/>
            <a:ext cx="8412480" cy="658368"/>
          </a:xfrm>
          <a:prstGeom prst="rect">
            <a:avLst/>
          </a:prstGeom>
          <a:solidFill>
            <a:srgbClr val="E8F4FD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410712"/>
            <a:ext cx="384048" cy="38404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410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78992" y="3337560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Strong Data Governance First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160520" y="3355848"/>
            <a:ext cx="27432" cy="4754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15968" y="3337560"/>
            <a:ext cx="4297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 in, garbage out. If the data pipeline isn't clean, no AI layer fixes it.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032504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4178808"/>
            <a:ext cx="384048" cy="38404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78992" y="4105656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Explicit Limits on AI Authority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160520" y="4123944"/>
            <a:ext cx="27432" cy="4754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15968" y="4105656"/>
            <a:ext cx="4297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what AI can decide alone, what it flags, and what it cannot touch. In writing.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0" y="1371600"/>
            <a:ext cx="4572000" cy="3657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55448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built the world's largest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intelligence-gathering tool.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we filled it with noise.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we use AI to sort the noise —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train it on the same noise."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0" y="4206240"/>
            <a:ext cx="4572000" cy="3657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Internet Is Mostly Fake</dc:title>
  <dc:subject>PptxGenJS Presentation</dc:subject>
  <dc:creator>PptxGenJS</dc:creator>
  <cp:lastModifiedBy>PptxGenJS</cp:lastModifiedBy>
  <cp:revision>1</cp:revision>
  <dcterms:created xsi:type="dcterms:W3CDTF">2026-03-04T19:36:59Z</dcterms:created>
  <dcterms:modified xsi:type="dcterms:W3CDTF">2026-03-04T19:36:59Z</dcterms:modified>
</cp:coreProperties>
</file>